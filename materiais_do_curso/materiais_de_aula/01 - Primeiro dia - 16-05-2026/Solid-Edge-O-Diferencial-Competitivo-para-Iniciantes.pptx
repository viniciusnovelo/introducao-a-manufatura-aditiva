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ora"/>
      <p:regular r:id="rId17"/>
    </p:embeddedFont>
    <p:embeddedFont>
      <p:font typeface="Lora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682651"/>
            <a:ext cx="466784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Solid Edge: O Diferencial Competitivo para Iniciantes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2648843"/>
            <a:ext cx="4667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Como o domínio dessa ferramenta de modelagem 3D acelera a transição do conceito acadêmico para a prática de engenharia — e abre as portas do mercado de trabalho.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23577" y="3214911"/>
            <a:ext cx="1487984" cy="245938"/>
          </a:xfrm>
          <a:prstGeom prst="roundRect">
            <a:avLst>
              <a:gd name="adj" fmla="val 6388"/>
            </a:avLst>
          </a:prstGeom>
          <a:solidFill>
            <a:srgbClr val="49042A"/>
          </a:solidFill>
          <a:ln/>
        </p:spPr>
      </p:sp>
      <p:sp>
        <p:nvSpPr>
          <p:cNvPr id="6" name="Text 3"/>
          <p:cNvSpPr/>
          <p:nvPr/>
        </p:nvSpPr>
        <p:spPr>
          <a:xfrm>
            <a:off x="602084" y="3254127"/>
            <a:ext cx="1330970" cy="1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ENGENHARIA · CAD · CARREIRA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07877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3577" y="1352699"/>
            <a:ext cx="3817367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que vamos explorar hoje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577" y="1933947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142083"/>
            <a:ext cx="2611636" cy="14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3577" y="2236068"/>
            <a:ext cx="179397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Introdução ao Solid Edge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23577" y="2507084"/>
            <a:ext cx="2611636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software e seu papel na indústria moderna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66108" y="1933947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108" y="2142083"/>
            <a:ext cx="2611710" cy="142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66108" y="2236068"/>
            <a:ext cx="183542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Vantagens para Iniciantes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66108" y="2507084"/>
            <a:ext cx="261171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Tecnologia síncrona e facilidade de aprendizado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008712" y="1933947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712" y="2155106"/>
            <a:ext cx="2611710" cy="142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08712" y="2236068"/>
            <a:ext cx="197241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Impacto na Vida Acadêmica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008712" y="2507084"/>
            <a:ext cx="2611710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Projetos, competições e TCC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23577" y="3154933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04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77" y="3349972"/>
            <a:ext cx="3982938" cy="142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3577" y="3457054"/>
            <a:ext cx="171211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Praticidade no Dia a Dia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23577" y="3728070"/>
            <a:ext cx="3982938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Prototipagem rápida e impressão 3D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637410" y="3154933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05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410" y="3349972"/>
            <a:ext cx="3983013" cy="142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37410" y="3457054"/>
            <a:ext cx="187560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Sua Ponte para o Mercado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637410" y="3728070"/>
            <a:ext cx="3983013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Portfólio técnico e oportunidades de carreira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620911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Capítulo 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952577" y="865733"/>
            <a:ext cx="308669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que é o Solid Edge?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52577" y="1564779"/>
            <a:ext cx="2423592" cy="1256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Solid Edge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é um software de CAD (Computer-Aided Design) 3D desenvolvido pela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Siemens Digital Industries Software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amplamente utilizado em indústrias de manufatura, automotiva, aeroespacial e de bens de consumo ao redor do mundo.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952577" y="2938983"/>
            <a:ext cx="2423592" cy="146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Diferente de ferramentas mais voltadas ao ensino básico, o Solid Edge oferece um ambiente completo de modelagem paramétrica e síncrona, simulação, gerenciamento de dados e colaboração entre equipes — tornando-o uma referência real no ambiente profissional.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606034" y="1446981"/>
            <a:ext cx="2113434" cy="3075608"/>
          </a:xfrm>
          <a:prstGeom prst="roundRect">
            <a:avLst>
              <a:gd name="adj" fmla="val 929"/>
            </a:avLst>
          </a:prstGeom>
          <a:solidFill>
            <a:srgbClr val="F98AC7"/>
          </a:solidFill>
          <a:ln/>
        </p:spPr>
      </p:sp>
      <p:sp>
        <p:nvSpPr>
          <p:cNvPr id="8" name="Text 5"/>
          <p:cNvSpPr/>
          <p:nvPr/>
        </p:nvSpPr>
        <p:spPr>
          <a:xfrm>
            <a:off x="6736928" y="1577876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 que ele importa?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36928" y="1901279"/>
            <a:ext cx="1851645" cy="1812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Usado por mais de 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milhão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engenheiros globalmente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Presente em indústrias de alta complexidade técnica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Integrado com simulação, fabricação e colaboração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Licença educacional gratuita disponível para estudantes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910" y="426021"/>
            <a:ext cx="1443856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Capítulo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90910" y="652463"/>
            <a:ext cx="5278264" cy="36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Vantagens para Quem Está Começando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90910" y="1186011"/>
            <a:ext cx="8162181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Solid Edge foi projetado para reduzir a curva de aprendizado sem sacrificar o poder técnico. Sua abordagem é ideal para estudantes que estão dando os primeiros passos no mundo CAD.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0910" y="1695673"/>
            <a:ext cx="4023568" cy="1358280"/>
          </a:xfrm>
          <a:prstGeom prst="roundRect">
            <a:avLst>
              <a:gd name="adj" fmla="val 1355"/>
            </a:avLst>
          </a:prstGeom>
          <a:solidFill>
            <a:srgbClr val="4447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618" y="1818382"/>
            <a:ext cx="368126" cy="368126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821" y="1919585"/>
            <a:ext cx="165646" cy="1656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3618" y="2301553"/>
            <a:ext cx="1443856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Tecnologia Síncrona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13618" y="2550988"/>
            <a:ext cx="3778151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Edite modelos 3D sem depender de histórico de operações. Alterações são feitas diretamente na geometria, de forma intuitiva e muito mais rápida.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629522" y="1695673"/>
            <a:ext cx="4023568" cy="1358280"/>
          </a:xfrm>
          <a:prstGeom prst="roundRect">
            <a:avLst>
              <a:gd name="adj" fmla="val 1355"/>
            </a:avLst>
          </a:prstGeom>
          <a:solidFill>
            <a:srgbClr val="44475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231" y="1818382"/>
            <a:ext cx="368126" cy="368126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3434" y="1919585"/>
            <a:ext cx="165646" cy="1656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52231" y="2301553"/>
            <a:ext cx="2233315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Licença Gratuita para Estudantes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752231" y="2550988"/>
            <a:ext cx="3778151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programa </a:t>
            </a:r>
            <a:pPr algn="l"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Solid Edge for Students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oferece acesso completo sem custo, permitindo aprender com a mesma ferramenta usada na indústria.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490910" y="3168997"/>
            <a:ext cx="4023568" cy="1548408"/>
          </a:xfrm>
          <a:prstGeom prst="roundRect">
            <a:avLst>
              <a:gd name="adj" fmla="val 1189"/>
            </a:avLst>
          </a:prstGeom>
          <a:solidFill>
            <a:srgbClr val="44475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618" y="3291706"/>
            <a:ext cx="368126" cy="368126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4821" y="3392909"/>
            <a:ext cx="165646" cy="16564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13618" y="3774877"/>
            <a:ext cx="1443856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Interface Amigável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613618" y="4024313"/>
            <a:ext cx="3778151" cy="570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 recursos de orientação visual e assistentes integrados, novos usuários conseguem criar suas primeiras peças em poucas horas de estudo.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4629522" y="3168997"/>
            <a:ext cx="4023568" cy="1548408"/>
          </a:xfrm>
          <a:prstGeom prst="roundRect">
            <a:avLst>
              <a:gd name="adj" fmla="val 1189"/>
            </a:avLst>
          </a:prstGeom>
          <a:solidFill>
            <a:srgbClr val="444752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2231" y="3291706"/>
            <a:ext cx="368126" cy="368126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53434" y="3392909"/>
            <a:ext cx="165646" cy="16564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752231" y="3774877"/>
            <a:ext cx="1578397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Paramétrico + Síncrono</a:t>
            </a:r>
            <a:endParaRPr lang="en-US" sz="1100" dirty="0"/>
          </a:p>
        </p:txBody>
      </p:sp>
      <p:sp>
        <p:nvSpPr>
          <p:cNvPr id="24" name="Text 14"/>
          <p:cNvSpPr/>
          <p:nvPr/>
        </p:nvSpPr>
        <p:spPr>
          <a:xfrm>
            <a:off x="4752231" y="4024313"/>
            <a:ext cx="3778151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estudante escolhe o modo mais adequado para cada projeto — modelagem guiada por parâmetros ou edição livre e direta na geometria.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96789"/>
            <a:ext cx="3888730" cy="61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Solid Edge vs. outros softwares CAD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23577" y="1843534"/>
            <a:ext cx="3888730" cy="104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Comparado a outras ferramentas populares no ensino, o Solid Edge se destaca pela combinação única entre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facilidade de uso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profundidade técnica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Enquanto alguns softwares exigem anos de prática para atingir produtividade real, a Tecnologia Síncrona do Solid Edge permite resultados práticos desde os primeiros dias.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3577" y="3037805"/>
            <a:ext cx="3888730" cy="974973"/>
          </a:xfrm>
          <a:prstGeom prst="roundRect">
            <a:avLst>
              <a:gd name="adj" fmla="val 2014"/>
            </a:avLst>
          </a:prstGeom>
          <a:solidFill>
            <a:srgbClr val="183A1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472" y="3229645"/>
            <a:ext cx="163637" cy="1308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9003" y="3201367"/>
            <a:ext cx="3332411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Estudantes que aprendem Solid Edge relatam transição mais rápida para o ambiente profissional, pois já trabalham com padrões industriais reais.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36455" y="1113160"/>
            <a:ext cx="3888730" cy="2917180"/>
          </a:xfrm>
          <a:prstGeom prst="roundRect">
            <a:avLst>
              <a:gd name="adj" fmla="val 67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72707" y="1201192"/>
            <a:ext cx="1028551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Critério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67810" y="1201192"/>
            <a:ext cx="1026170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Solid Edge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60531" y="1201192"/>
            <a:ext cx="1028551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Outros CADs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72707" y="1581894"/>
            <a:ext cx="102855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Curva de aprendizado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67810" y="1581894"/>
            <a:ext cx="1026170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Baixa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60531" y="1581894"/>
            <a:ext cx="1028551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Média a Alta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72707" y="2171998"/>
            <a:ext cx="1028551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Licença estudantil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67810" y="2171998"/>
            <a:ext cx="1026170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Gratuita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60531" y="2171998"/>
            <a:ext cx="1028551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Paga ou limitada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72707" y="2552700"/>
            <a:ext cx="102855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Tecnologia Síncrona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67810" y="2552700"/>
            <a:ext cx="1026170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60531" y="2552700"/>
            <a:ext cx="1028551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Rara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72707" y="3142804"/>
            <a:ext cx="1028551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Uso industrial real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167810" y="3142804"/>
            <a:ext cx="1026170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Alto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460531" y="3142804"/>
            <a:ext cx="1028551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Variável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72707" y="3523506"/>
            <a:ext cx="102855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Simulação integrada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167810" y="3523506"/>
            <a:ext cx="1026170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60531" y="3523506"/>
            <a:ext cx="1028551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Opcional/pago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80864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Capítulo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3577" y="1325687"/>
            <a:ext cx="4501009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Impacto na Carreira Acadêmica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906935"/>
            <a:ext cx="569714" cy="3520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6928" y="1906935"/>
            <a:ext cx="173518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Competições Estudantis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56928" y="2177951"/>
            <a:ext cx="1856482" cy="188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 competições como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Baja SAE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AeroDesign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 modelagem precisa de componentes e a análise de montagens são etapas críticas. O Solid Edge permite criar, simular e validar peças com qualidade profissional antes mesmo da fabricação, reduzindo erros e custos.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046" y="1906935"/>
            <a:ext cx="569714" cy="3520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10397" y="1906935"/>
            <a:ext cx="1856482" cy="38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Trabalho de Conclusão de Curso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010397" y="2370460"/>
            <a:ext cx="1856482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Para TCCs com foco em projetos mecânicos, o Solid Edge eleva o nível técnico da entrega. Modelos 3D bem elaborados e pranchas técnicas profissionais agregam valor imensurável ao trabalho e impressionam bancas avaliadoras.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516" y="1906935"/>
            <a:ext cx="569714" cy="3520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63866" y="1906935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Projetos de Extensão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763866" y="2177951"/>
            <a:ext cx="1856556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Projetos voltados à comunidade — como adaptações de equipamentos, soluções de acessibilidade ou protótipos sustentáveis — se beneficiam diretamente da capacidade de modelagem e documentação técnica que o Solid Edge oferece.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353" y="329878"/>
            <a:ext cx="1371674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Capítulo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66353" y="542776"/>
            <a:ext cx="498886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Praticidade no Dia a Dia do Engenheiro</a:t>
            </a:r>
            <a:endParaRPr lang="en-US" sz="2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53" y="1158180"/>
            <a:ext cx="3538612" cy="3538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94138" y="1145232"/>
            <a:ext cx="1945481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 modelo digital à peça física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294138" y="1420416"/>
            <a:ext cx="438819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Solid Edge integra-se diretamente com fluxos de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prototipagem rápida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impressão 3D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Com poucos cliques, o estudante exporta seu modelo em formatos como STL ou STEP, compatíveis com as principais impressoras e centros de usinagem.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294138" y="2042889"/>
            <a:ext cx="438819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Além disso, a visualização digital de montagens permite detectar interferências, validar tolerâncias e antecipar problemas técnicos — antes de gastar material ou tempo na fabricação.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294138" y="2688729"/>
            <a:ext cx="4388197" cy="637282"/>
          </a:xfrm>
          <a:prstGeom prst="roundRect">
            <a:avLst>
              <a:gd name="adj" fmla="val 2744"/>
            </a:avLst>
          </a:prstGeom>
          <a:solidFill>
            <a:srgbClr val="02234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670" y="2856161"/>
            <a:ext cx="145703" cy="1165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72905" y="2821632"/>
            <a:ext cx="389289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prototipagem digital reduz ciclos de erro e retrabalho, uma competência altamente valorizada em qualquer equipe de engenharia.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03684"/>
            <a:ext cx="4960665" cy="324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Fluxo Completo: Do Conceito ao Produto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50" y="814908"/>
            <a:ext cx="8197900" cy="3596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57464" y="3325757"/>
            <a:ext cx="1239008" cy="208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Modelagem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957464" y="3597518"/>
            <a:ext cx="1239008" cy="49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3D no Solid Edge: paramétrico e síncrono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93498" y="3489306"/>
            <a:ext cx="1239008" cy="208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Produto Final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93498" y="3761067"/>
            <a:ext cx="1239008" cy="327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Documentação técnica e fabricação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32830" y="1138113"/>
            <a:ext cx="1239008" cy="208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Conceito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32830" y="1409873"/>
            <a:ext cx="1239008" cy="327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Esboços e ideias iniciais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53088" y="1138113"/>
            <a:ext cx="1239008" cy="208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Prototipagem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53088" y="1409873"/>
            <a:ext cx="1239008" cy="327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Impressão 3D e validação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3050" y="4515743"/>
            <a:ext cx="8197900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Dominar o Solid Edge significa estar preparado para atuar em todas as etapas do ciclo de desenvolvimento de produto — desde a ideia inicial até a documentação técnica para fabricação. Essa visão sistêmica é um diferencial real no mercado.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94221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Capítulo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3577" y="1039044"/>
            <a:ext cx="5533132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Sua Ponte para o Mercado de Trabalho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3577" y="1620292"/>
            <a:ext cx="3982938" cy="1403747"/>
          </a:xfrm>
          <a:prstGeom prst="roundRect">
            <a:avLst>
              <a:gd name="adj" fmla="val 4885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290" y="1620292"/>
            <a:ext cx="57150" cy="14037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1622" y="1765474"/>
            <a:ext cx="194711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🏗️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Portfólio Técnico Sólido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1622" y="2041252"/>
            <a:ext cx="3649712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Modelos 3D, montagens e pranchas técnicas desenvolvidos durante a graduação formam um portfólio concreto e diferenciado para apresentar em processos seletivos.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37410" y="1620292"/>
            <a:ext cx="3983013" cy="1403747"/>
          </a:xfrm>
          <a:prstGeom prst="roundRect">
            <a:avLst>
              <a:gd name="adj" fmla="val 4885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122" y="1620292"/>
            <a:ext cx="57150" cy="14037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25454" y="1765474"/>
            <a:ext cx="201639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🏭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Valorizado pela Indústria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25454" y="2041252"/>
            <a:ext cx="3649787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Empresas de manufatura, automotivo e aeroespacial buscam ativamente profissionais com experiência em CAD de nível industrial. Conhecer o Solid Edge coloca você à frente dos demais candidatos.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23577" y="3154933"/>
            <a:ext cx="3982938" cy="1194346"/>
          </a:xfrm>
          <a:prstGeom prst="roundRect">
            <a:avLst>
              <a:gd name="adj" fmla="val 5742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90" y="3154933"/>
            <a:ext cx="57150" cy="11943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1622" y="3300115"/>
            <a:ext cx="206119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🌐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Certificação Reconhecida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11622" y="3575893"/>
            <a:ext cx="3649712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Siemens oferece certificações oficiais para usuários de Solid Edge, que validam internacionalmente o seu nível de domínio da ferramenta e agregam peso ao currículo.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637410" y="3154933"/>
            <a:ext cx="3983013" cy="1194346"/>
          </a:xfrm>
          <a:prstGeom prst="roundRect">
            <a:avLst>
              <a:gd name="adj" fmla="val 5742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122" y="3154933"/>
            <a:ext cx="57150" cy="119434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25454" y="3300115"/>
            <a:ext cx="183177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🚀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Transição Mais Rápida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825454" y="3575893"/>
            <a:ext cx="3649787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Estudantes com domínio de CAD profissional passam o período de adaptação na empresa muito mais rápido, assumindo responsabilidades técnicas reais desde os primeiros meses.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538" y="359494"/>
            <a:ext cx="418080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Comece Agora: Próximos Passos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74538" y="923330"/>
            <a:ext cx="8194923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momento ideal para iniciar é durante a graduação. Cada projeto, competição ou trabalho acadêmico é uma oportunidade de construir experiência real com uma ferramenta de nível industrial.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538" y="1405905"/>
            <a:ext cx="4097462" cy="4745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3154" y="1987897"/>
            <a:ext cx="1395710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 Baixe o Solid Edge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3154" y="2226841"/>
            <a:ext cx="386022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Acesse o programa estudantil gratuito da Siemens e instale o software com licença completa.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05905"/>
            <a:ext cx="4097462" cy="4745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90616" y="1987897"/>
            <a:ext cx="1395710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 Siga Tutoriais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690616" y="2226841"/>
            <a:ext cx="386022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os recursos oficiais e comunidades online para modelar suas primeiras peças e ganhar confiança.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38" y="2707109"/>
            <a:ext cx="4097462" cy="4745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3154" y="3289102"/>
            <a:ext cx="1446535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Aplique em Projetos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93154" y="3528045"/>
            <a:ext cx="386022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o Solid Edge no seu TCC, em competições estudantis ou em projetos de extensão para construir portfólio.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07109"/>
            <a:ext cx="4097462" cy="4745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90616" y="3289102"/>
            <a:ext cx="1395710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 Certifique-se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4690616" y="3528045"/>
            <a:ext cx="386022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Obtenha a certificação oficial Siemens e destaque seu diferencial no mercado de trabalho.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74538" y="4129236"/>
            <a:ext cx="8194923" cy="654769"/>
          </a:xfrm>
          <a:prstGeom prst="roundRect">
            <a:avLst>
              <a:gd name="adj" fmla="val 2718"/>
            </a:avLst>
          </a:prstGeom>
          <a:solidFill>
            <a:srgbClr val="183A13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54" y="4297487"/>
            <a:ext cx="148233" cy="11861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0003" y="4266307"/>
            <a:ext cx="7690842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Lembre-se: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 diferencial competitivo não é apenas saber usar um software — é dominar a ferramenta que a indústria realmente utiliza. </a:t>
            </a:r>
            <a:pPr algn="l"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Solid Edge é essa ferramenta.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2026-05-15T00:53:33Z</dcterms:created>
  <dcterms:modified xsi:type="dcterms:W3CDTF">2026-05-15T00:53:33Z</dcterms:modified>
</cp:coreProperties>
</file>