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63" r:id="rId3"/>
    <p:sldId id="265" r:id="rId4"/>
    <p:sldId id="264" r:id="rId5"/>
    <p:sldId id="262" r:id="rId6"/>
    <p:sldId id="261" r:id="rId7"/>
  </p:sldIdLst>
  <p:sldSz cx="9144000" cy="5143500" type="screen16x9"/>
  <p:notesSz cx="5143500" cy="9144000"/>
  <p:embeddedFontLst>
    <p:embeddedFont>
      <p:font typeface="Calibri" pitchFamily="34" charset="0"/>
      <p:regular r:id="rId9"/>
      <p:bold r:id="rId10"/>
      <p:italic r:id="rId11"/>
      <p:boldItalic r:id="rId12"/>
    </p:embeddedFont>
    <p:embeddedFont>
      <p:font typeface="Prata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" y="-2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422731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008189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382429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65472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9477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4763925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294276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5441580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7184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303458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63275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577785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51263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5671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6" r:id="rId13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11926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dirty="0" err="1" smtClean="0">
                <a:latin typeface="Prata" pitchFamily="34" charset="0"/>
                <a:ea typeface="Prata" pitchFamily="34" charset="-122"/>
                <a:cs typeface="Prata" pitchFamily="34" charset="-120"/>
              </a:rPr>
              <a:t>Atividades</a:t>
            </a:r>
            <a:r>
              <a:rPr lang="en-US" sz="2750" dirty="0" smtClean="0">
                <a:latin typeface="Prata" pitchFamily="34" charset="0"/>
                <a:ea typeface="Prata" pitchFamily="34" charset="-122"/>
                <a:cs typeface="Prata" pitchFamily="34" charset="-120"/>
              </a:rPr>
              <a:t> de </a:t>
            </a:r>
            <a:r>
              <a:rPr lang="en-US" sz="2750" dirty="0" err="1" smtClean="0">
                <a:latin typeface="Prata" pitchFamily="34" charset="0"/>
                <a:ea typeface="Prata" pitchFamily="34" charset="-122"/>
                <a:cs typeface="Prata" pitchFamily="34" charset="-120"/>
              </a:rPr>
              <a:t>revolução</a:t>
            </a:r>
            <a:r>
              <a:rPr lang="en-US" sz="2750" dirty="0" smtClean="0">
                <a:latin typeface="Prata" pitchFamily="34" charset="0"/>
                <a:ea typeface="Prata" pitchFamily="34" charset="-122"/>
                <a:cs typeface="Prata" pitchFamily="34" charset="-120"/>
              </a:rPr>
              <a:t> e </a:t>
            </a:r>
            <a:r>
              <a:rPr lang="en-US" sz="2750" dirty="0" err="1" smtClean="0">
                <a:latin typeface="Prata" pitchFamily="34" charset="0"/>
                <a:ea typeface="Prata" pitchFamily="34" charset="-122"/>
                <a:cs typeface="Prata" pitchFamily="34" charset="-120"/>
              </a:rPr>
              <a:t>compreensão</a:t>
            </a:r>
            <a:r>
              <a:rPr lang="en-US" sz="2750" dirty="0" smtClean="0">
                <a:latin typeface="Prata" pitchFamily="34" charset="0"/>
                <a:ea typeface="Prata" pitchFamily="34" charset="-122"/>
                <a:cs typeface="Prata" pitchFamily="34" charset="-120"/>
              </a:rPr>
              <a:t> do </a:t>
            </a:r>
            <a:r>
              <a:rPr lang="en-US" sz="2750" dirty="0" err="1" smtClean="0">
                <a:latin typeface="Prata" pitchFamily="34" charset="0"/>
                <a:ea typeface="Prata" pitchFamily="34" charset="-122"/>
                <a:cs typeface="Prata" pitchFamily="34" charset="-120"/>
              </a:rPr>
              <a:t>curso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1189" y="0"/>
            <a:ext cx="57115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0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Peça</a:t>
            </a:r>
            <a:r>
              <a:rPr lang="en-US" sz="2000" dirty="0">
                <a:latin typeface="Prata" pitchFamily="34" charset="0"/>
                <a:ea typeface="Prata" pitchFamily="34" charset="-122"/>
                <a:cs typeface="Prata" pitchFamily="34" charset="-120"/>
              </a:rPr>
              <a:t> </a:t>
            </a:r>
            <a:r>
              <a:rPr lang="en-US" sz="2000" dirty="0" smtClean="0">
                <a:latin typeface="Prata" pitchFamily="34" charset="0"/>
                <a:ea typeface="Prata" pitchFamily="34" charset="-122"/>
                <a:cs typeface="Prata" pitchFamily="34" charset="-120"/>
              </a:rPr>
              <a:t>01</a:t>
            </a:r>
            <a:endParaRPr lang="en-US" sz="2000" dirty="0"/>
          </a:p>
        </p:txBody>
      </p:sp>
      <p:pic>
        <p:nvPicPr>
          <p:cNvPr id="5122" name="Picture 2" descr="C:\Users\pc\Desktop\peças dia 13-06-2026\peça 3 13-06-2026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81075" y="795338"/>
            <a:ext cx="6383338" cy="2981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1189" y="0"/>
            <a:ext cx="57115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0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Peça</a:t>
            </a:r>
            <a:r>
              <a:rPr lang="en-US" sz="2000" dirty="0">
                <a:latin typeface="Prata" pitchFamily="34" charset="0"/>
                <a:ea typeface="Prata" pitchFamily="34" charset="-122"/>
                <a:cs typeface="Prata" pitchFamily="34" charset="-120"/>
              </a:rPr>
              <a:t> </a:t>
            </a:r>
            <a:r>
              <a:rPr lang="en-US" sz="2000" dirty="0" smtClean="0">
                <a:latin typeface="Prata" pitchFamily="34" charset="0"/>
                <a:ea typeface="Prata" pitchFamily="34" charset="-122"/>
                <a:cs typeface="Prata" pitchFamily="34" charset="-120"/>
              </a:rPr>
              <a:t>02</a:t>
            </a:r>
            <a:endParaRPr lang="en-US" sz="2000" dirty="0"/>
          </a:p>
        </p:txBody>
      </p:sp>
      <p:pic>
        <p:nvPicPr>
          <p:cNvPr id="2050" name="Picture 2" descr="C:\Users\pc\Desktop\peças dia 13-06-2026\peça 7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9113" y="521493"/>
            <a:ext cx="3672261" cy="1852613"/>
          </a:xfrm>
          <a:prstGeom prst="rect">
            <a:avLst/>
          </a:prstGeom>
          <a:noFill/>
        </p:spPr>
      </p:pic>
      <p:pic>
        <p:nvPicPr>
          <p:cNvPr id="2051" name="Picture 3" descr="C:\Users\pc\Desktop\peças dia 13-06-2026\peça 7 p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81589" y="442987"/>
            <a:ext cx="2986596" cy="1852613"/>
          </a:xfrm>
          <a:prstGeom prst="rect">
            <a:avLst/>
          </a:prstGeom>
          <a:noFill/>
        </p:spPr>
      </p:pic>
      <p:pic>
        <p:nvPicPr>
          <p:cNvPr id="2052" name="Picture 4" descr="C:\Users\pc\Desktop\peças dia 13-06-2026\peça p2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9113" y="2886075"/>
            <a:ext cx="3364586" cy="1471613"/>
          </a:xfrm>
          <a:prstGeom prst="rect">
            <a:avLst/>
          </a:prstGeom>
          <a:noFill/>
        </p:spPr>
      </p:pic>
      <p:pic>
        <p:nvPicPr>
          <p:cNvPr id="2053" name="Picture 5" descr="C:\Users\pc\Desktop\peças dia 13-06-2026\peça p3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862638" y="2607469"/>
            <a:ext cx="1865849" cy="17502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1189" y="0"/>
            <a:ext cx="57115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0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Peça</a:t>
            </a:r>
            <a:r>
              <a:rPr lang="en-US" sz="2000" dirty="0">
                <a:latin typeface="Prata" pitchFamily="34" charset="0"/>
                <a:ea typeface="Prata" pitchFamily="34" charset="-122"/>
                <a:cs typeface="Prata" pitchFamily="34" charset="-120"/>
              </a:rPr>
              <a:t> </a:t>
            </a:r>
            <a:r>
              <a:rPr lang="en-US" sz="2000" dirty="0" smtClean="0">
                <a:latin typeface="Prata" pitchFamily="34" charset="0"/>
                <a:ea typeface="Prata" pitchFamily="34" charset="-122"/>
                <a:cs typeface="Prata" pitchFamily="34" charset="-120"/>
              </a:rPr>
              <a:t>03</a:t>
            </a:r>
            <a:endParaRPr lang="en-US" sz="2000" dirty="0"/>
          </a:p>
        </p:txBody>
      </p:sp>
      <p:pic>
        <p:nvPicPr>
          <p:cNvPr id="1026" name="Picture 2" descr="C:\Users\pc\Desktop\peças dia 13-06-2026\peça 6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19300" y="442987"/>
            <a:ext cx="4000500" cy="390138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1189" y="-84908"/>
            <a:ext cx="57115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Peça</a:t>
            </a:r>
            <a:r>
              <a:rPr lang="en-US" dirty="0">
                <a:latin typeface="Prata" pitchFamily="34" charset="0"/>
                <a:ea typeface="Prata" pitchFamily="34" charset="-122"/>
                <a:cs typeface="Prata" pitchFamily="34" charset="-120"/>
              </a:rPr>
              <a:t> </a:t>
            </a:r>
            <a:r>
              <a:rPr lang="en-US" dirty="0" smtClean="0">
                <a:latin typeface="Prata" pitchFamily="34" charset="0"/>
                <a:ea typeface="Prata" pitchFamily="34" charset="-122"/>
                <a:cs typeface="Prata" pitchFamily="34" charset="-120"/>
              </a:rPr>
              <a:t>04</a:t>
            </a:r>
            <a:endParaRPr lang="en-US" dirty="0"/>
          </a:p>
        </p:txBody>
      </p:sp>
      <p:pic>
        <p:nvPicPr>
          <p:cNvPr id="2050" name="Picture 2" descr="C:\Users\pc\Desktop\peças dia 13-06-2026\Peça 2 13-06-2026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33588" y="577154"/>
            <a:ext cx="4057729" cy="35480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1189" y="1691"/>
            <a:ext cx="57115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0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Peça</a:t>
            </a:r>
            <a:r>
              <a:rPr lang="en-US" sz="2000" dirty="0">
                <a:latin typeface="Prata" pitchFamily="34" charset="0"/>
                <a:ea typeface="Prata" pitchFamily="34" charset="-122"/>
                <a:cs typeface="Prata" pitchFamily="34" charset="-120"/>
              </a:rPr>
              <a:t> </a:t>
            </a:r>
            <a:r>
              <a:rPr lang="en-US" sz="2000" dirty="0" smtClean="0">
                <a:latin typeface="Prata" pitchFamily="34" charset="0"/>
                <a:ea typeface="Prata" pitchFamily="34" charset="-122"/>
                <a:cs typeface="Prata" pitchFamily="34" charset="-120"/>
              </a:rPr>
              <a:t>05</a:t>
            </a:r>
            <a:endParaRPr lang="en-US" sz="2000" dirty="0"/>
          </a:p>
        </p:txBody>
      </p:sp>
      <p:pic>
        <p:nvPicPr>
          <p:cNvPr id="1026" name="Picture 2" descr="C:\Users\pc\Desktop\peças dia 13-06-2026\peça 1 13-06-2026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28864" y="750521"/>
            <a:ext cx="3605212" cy="369765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FMG -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IFMG - Theme" id="{CAC2067F-1B10-48BF-BE59-366EF363BC68}" vid="{92B2563D-64DD-4AB1-AD9F-6B2F9ACB61F4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IFMG - Theme</Template>
  <TotalTime>85</TotalTime>
  <Words>23</Words>
  <Application>Microsoft Office PowerPoint</Application>
  <PresentationFormat>Apresentação na tela (16:9)</PresentationFormat>
  <Paragraphs>12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Prata</vt:lpstr>
      <vt:lpstr>IFMG -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</dc:creator>
  <cp:lastModifiedBy>pc</cp:lastModifiedBy>
  <cp:revision>10</cp:revision>
  <dcterms:created xsi:type="dcterms:W3CDTF">2026-05-10T14:24:30Z</dcterms:created>
  <dcterms:modified xsi:type="dcterms:W3CDTF">2026-06-20T02:51:42Z</dcterms:modified>
</cp:coreProperties>
</file>