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Prata" charset="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Manrope" charset="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-198" y="-9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04245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50" y="2532380"/>
            <a:ext cx="8357235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Modelagem 3D com Solid Edge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93790" y="4290060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Introdução ao ambiente, ferramentas e construção da primeira peça.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93750" y="5873115"/>
            <a:ext cx="5471160" cy="572770"/>
          </a:xfrm>
          <a:prstGeom prst="roundRect">
            <a:avLst>
              <a:gd name="adj" fmla="val 6386"/>
            </a:avLst>
          </a:prstGeom>
          <a:solidFill>
            <a:srgbClr val="391F13"/>
          </a:solidFill>
        </p:spPr>
      </p:sp>
      <p:sp>
        <p:nvSpPr>
          <p:cNvPr id="7" name="Text 4"/>
          <p:cNvSpPr/>
          <p:nvPr/>
        </p:nvSpPr>
        <p:spPr>
          <a:xfrm>
            <a:off x="793750" y="6022975"/>
            <a:ext cx="5844540" cy="290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IFMG · ENGENHARIA · MÓDULO 1 A</a:t>
            </a:r>
            <a:r>
              <a:rPr lang="pt-BR" alt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4</a:t>
            </a: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pt-BR" alt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04245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44034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Módulo 1: Acessando o Solid Edge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01754"/>
            <a:ext cx="453628" cy="2834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93790" y="2956798"/>
            <a:ext cx="3664744" cy="30480"/>
          </a:xfrm>
          <a:prstGeom prst="rect">
            <a:avLst/>
          </a:prstGeom>
          <a:solidFill>
            <a:srgbClr val="84482D"/>
          </a:solidFill>
        </p:spPr>
      </p:sp>
      <p:sp>
        <p:nvSpPr>
          <p:cNvPr id="7" name="Text 4"/>
          <p:cNvSpPr/>
          <p:nvPr/>
        </p:nvSpPr>
        <p:spPr>
          <a:xfrm>
            <a:off x="793790" y="31311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Localize o ícone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93750" y="3621405"/>
            <a:ext cx="3664585" cy="22053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Encontre o ícone do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Solid Edge Student Edition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área de trabalho e dê um clique duplo para iniciar o programa.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685348" y="2601754"/>
            <a:ext cx="453628" cy="2834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85348" y="2956798"/>
            <a:ext cx="3664863" cy="30480"/>
          </a:xfrm>
          <a:prstGeom prst="rect">
            <a:avLst/>
          </a:prstGeom>
          <a:solidFill>
            <a:srgbClr val="84482D"/>
          </a:solidFill>
        </p:spPr>
      </p:sp>
      <p:sp>
        <p:nvSpPr>
          <p:cNvPr id="11" name="Text 8"/>
          <p:cNvSpPr/>
          <p:nvPr/>
        </p:nvSpPr>
        <p:spPr>
          <a:xfrm>
            <a:off x="4685348" y="31311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Tela inicial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685665" y="3621405"/>
            <a:ext cx="3664585" cy="2187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Aguarde o carregamento completo. A tela inicial exibirá uma aba lateral à esquerda com as opções de criação de arquivos.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93790" y="5932249"/>
            <a:ext cx="453628" cy="2834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BDA189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</a:p>
        </p:txBody>
      </p:sp>
      <p:sp>
        <p:nvSpPr>
          <p:cNvPr id="14" name="Shape 11"/>
          <p:cNvSpPr/>
          <p:nvPr/>
        </p:nvSpPr>
        <p:spPr>
          <a:xfrm>
            <a:off x="793790" y="6256814"/>
            <a:ext cx="7556421" cy="30480"/>
          </a:xfrm>
          <a:prstGeom prst="rect">
            <a:avLst/>
          </a:prstGeom>
          <a:solidFill>
            <a:srgbClr val="84482D"/>
          </a:solidFill>
        </p:spPr>
      </p:sp>
      <p:sp>
        <p:nvSpPr>
          <p:cNvPr id="15" name="Text 12"/>
          <p:cNvSpPr/>
          <p:nvPr/>
        </p:nvSpPr>
        <p:spPr>
          <a:xfrm>
            <a:off x="793790" y="639429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Criar novo arquivo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93750" y="6790055"/>
            <a:ext cx="83318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Clique em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Novo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aba lateral e selecione o template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Peça ISO em unidades métricas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iniciar com o padrão correto.</a:t>
            </a:r>
            <a:endParaRPr lang="en-US" sz="2400" dirty="0"/>
          </a:p>
        </p:txBody>
      </p:sp>
      <p:sp>
        <p:nvSpPr>
          <p:cNvPr id="17" name="Caixa de Texto 16"/>
          <p:cNvSpPr txBox="1"/>
          <p:nvPr/>
        </p:nvSpPr>
        <p:spPr>
          <a:xfrm>
            <a:off x="5021580" y="272415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1063311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Configuração Crucial: Modo Ordenado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2591435"/>
            <a:ext cx="4612005" cy="4612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999184"/>
            <a:ext cx="330303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Por que mudar o modo?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559981" y="3580328"/>
            <a:ext cx="828413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Solid Edge inicia no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Modo Síncrono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que prioriza velocidade sobre precisão. Para este curso, 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Modo Ordenado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é obrigatório — ele garante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controle dimensional rigoroso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 rastreabilidade do histórico de construção.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59981" y="5773182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022349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430" y="5880417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7295" y="5880100"/>
            <a:ext cx="7320280" cy="11131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ativar:</a:t>
            </a: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Clique com o botão direito no </a:t>
            </a: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Pathfinder</a:t>
            </a: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(árvore à esquerda) → selecione </a:t>
            </a: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"Transição para o ambiente Ordenado"</a:t>
            </a: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245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3" y="599003"/>
            <a:ext cx="5273635" cy="7031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0660" y="588407"/>
            <a:ext cx="7655481" cy="1328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Módulo 2: O Espaço 3D e os Planos</a:t>
            </a:r>
            <a:endParaRPr lang="en-US" sz="4150" dirty="0"/>
          </a:p>
        </p:txBody>
      </p:sp>
      <p:sp>
        <p:nvSpPr>
          <p:cNvPr id="5" name="Shape 2"/>
          <p:cNvSpPr/>
          <p:nvPr/>
        </p:nvSpPr>
        <p:spPr>
          <a:xfrm>
            <a:off x="5858510" y="2216785"/>
            <a:ext cx="8400415" cy="1206500"/>
          </a:xfrm>
          <a:prstGeom prst="roundRect">
            <a:avLst>
              <a:gd name="adj" fmla="val 2643"/>
            </a:avLst>
          </a:prstGeom>
          <a:solidFill>
            <a:srgbClr val="404245"/>
          </a:solidFill>
        </p:spPr>
      </p:sp>
      <p:sp>
        <p:nvSpPr>
          <p:cNvPr id="6" name="Text 3"/>
          <p:cNvSpPr/>
          <p:nvPr/>
        </p:nvSpPr>
        <p:spPr>
          <a:xfrm>
            <a:off x="6443305" y="2289929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Eixo X — Vermelho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071195" y="2781776"/>
            <a:ext cx="7230189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Representa a direção horizontal. Positivo para a direita.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858550" y="3622358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404245"/>
          </a:solidFill>
        </p:spPr>
      </p:sp>
      <p:sp>
        <p:nvSpPr>
          <p:cNvPr id="9" name="Text 6"/>
          <p:cNvSpPr/>
          <p:nvPr/>
        </p:nvSpPr>
        <p:spPr>
          <a:xfrm>
            <a:off x="6443305" y="3689588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Eixo Y — Verde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071195" y="4173815"/>
            <a:ext cx="7230189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Representa a direção vertical. Positivo para cima.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858550" y="5028367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404245"/>
          </a:solidFill>
        </p:spPr>
        <p:txBody>
          <a:bodyPr/>
          <a:lstStyle/>
          <a:p>
            <a:endParaRPr lang="pt-BR" altLang="en-US"/>
          </a:p>
        </p:txBody>
      </p:sp>
      <p:sp>
        <p:nvSpPr>
          <p:cNvPr id="12" name="Text 9"/>
          <p:cNvSpPr/>
          <p:nvPr/>
        </p:nvSpPr>
        <p:spPr>
          <a:xfrm>
            <a:off x="6443305" y="5094962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Eixo Z — Azul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071195" y="5565854"/>
            <a:ext cx="7230189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Representa a profundidade. Positivo para frente.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858550" y="6434376"/>
            <a:ext cx="7655481" cy="1206698"/>
          </a:xfrm>
          <a:prstGeom prst="roundRect">
            <a:avLst>
              <a:gd name="adj" fmla="val 2643"/>
            </a:avLst>
          </a:prstGeom>
          <a:solidFill>
            <a:srgbClr val="404245"/>
          </a:solidFill>
        </p:spPr>
      </p:sp>
      <p:sp>
        <p:nvSpPr>
          <p:cNvPr id="15" name="Text 12"/>
          <p:cNvSpPr/>
          <p:nvPr/>
        </p:nvSpPr>
        <p:spPr>
          <a:xfrm>
            <a:off x="6443305" y="6533991"/>
            <a:ext cx="2658070" cy="332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Visualizar Planos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071235" y="6985635"/>
            <a:ext cx="7230110" cy="6413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dist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Clique no ícone de </a:t>
            </a: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olho</a:t>
            </a: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no Pathfinder para exibir </a:t>
            </a:r>
          </a:p>
          <a:p>
            <a:pPr marL="0" indent="0" algn="dist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planos de referência.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1398"/>
            <a:ext cx="831592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Iniciando o Rascunho (Sketch)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715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Passo a passo</a:t>
            </a:r>
            <a:r>
              <a:rPr lang="pt-BR" altLang="en-US" sz="28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:</a:t>
            </a:r>
          </a:p>
        </p:txBody>
      </p:sp>
      <p:sp>
        <p:nvSpPr>
          <p:cNvPr id="4" name="Shape 2"/>
          <p:cNvSpPr/>
          <p:nvPr/>
        </p:nvSpPr>
        <p:spPr>
          <a:xfrm>
            <a:off x="793790" y="259663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</p:spPr>
      </p:sp>
      <p:sp>
        <p:nvSpPr>
          <p:cNvPr id="5" name="Text 3"/>
          <p:cNvSpPr/>
          <p:nvPr/>
        </p:nvSpPr>
        <p:spPr>
          <a:xfrm>
            <a:off x="886480" y="2681684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2572266"/>
            <a:ext cx="3263146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Ative a ferramenta Rascunho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30906" y="3507740"/>
            <a:ext cx="326314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Clique no botão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Rascunho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barra de ferramentas superior.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77539" y="259663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</p:spPr>
      </p:sp>
      <p:sp>
        <p:nvSpPr>
          <p:cNvPr id="9" name="Text 7"/>
          <p:cNvSpPr/>
          <p:nvPr/>
        </p:nvSpPr>
        <p:spPr>
          <a:xfrm>
            <a:off x="5174040" y="2681684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26085" y="2572266"/>
            <a:ext cx="326326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Selecione o Plano Frontal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26085" y="3507740"/>
            <a:ext cx="3263265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Obrigatoriamente, clique no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Plano Frontal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iniciar o desenho 2D. Este é o plano de referência padrão para a vista frontal da peça.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93790" y="60267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</p:spPr>
      </p:sp>
      <p:sp>
        <p:nvSpPr>
          <p:cNvPr id="13" name="Text 11"/>
          <p:cNvSpPr/>
          <p:nvPr/>
        </p:nvSpPr>
        <p:spPr>
          <a:xfrm>
            <a:off x="886480" y="6111756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610457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Confirme a seleção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30906" y="6685717"/>
            <a:ext cx="75470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ambiente de sketch será ativado e a tela girará para a vista frontal. A origem dos eixos ficará visível no centro.</a:t>
            </a:r>
            <a:endParaRPr lang="en-US" sz="2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880" y="1937385"/>
            <a:ext cx="5412105" cy="5412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944534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Módulo 3: Desenhando o Perfil 2D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671" y="2515235"/>
            <a:ext cx="363081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Retângulo por Dois Pontos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536065" y="3297555"/>
            <a:ext cx="3621405" cy="3760470"/>
          </a:xfrm>
          <a:prstGeom prst="roundRect">
            <a:avLst>
              <a:gd name="adj" fmla="val 5605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14066" y="3494286"/>
            <a:ext cx="121920" cy="3264575"/>
          </a:xfrm>
          <a:prstGeom prst="roundRect">
            <a:avLst>
              <a:gd name="adj" fmla="val 27907"/>
            </a:avLst>
          </a:prstGeom>
          <a:solidFill>
            <a:srgbClr val="84482D"/>
          </a:solidFill>
        </p:spPr>
      </p:sp>
      <p:sp>
        <p:nvSpPr>
          <p:cNvPr id="7" name="Text 4"/>
          <p:cNvSpPr/>
          <p:nvPr/>
        </p:nvSpPr>
        <p:spPr>
          <a:xfrm>
            <a:off x="1793280" y="3751580"/>
            <a:ext cx="200406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1. Selecione a ferramenta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93240" y="4686935"/>
            <a:ext cx="3123565" cy="2040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Escolha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Retângulo por Dois Pontos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barra de sketch.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866630" y="3297555"/>
            <a:ext cx="3597275" cy="3760470"/>
          </a:xfrm>
          <a:prstGeom prst="roundRect">
            <a:avLst>
              <a:gd name="adj" fmla="val 5605"/>
            </a:avLst>
          </a:prstGeom>
          <a:solidFill>
            <a:srgbClr val="212326"/>
          </a:solidFill>
          <a:ln w="30480">
            <a:solidFill>
              <a:srgbClr val="595B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93993" y="3494286"/>
            <a:ext cx="121920" cy="3264575"/>
          </a:xfrm>
          <a:prstGeom prst="roundRect">
            <a:avLst>
              <a:gd name="adj" fmla="val 27907"/>
            </a:avLst>
          </a:prstGeom>
          <a:solidFill>
            <a:srgbClr val="84482D"/>
          </a:solidFill>
        </p:spPr>
      </p:sp>
      <p:sp>
        <p:nvSpPr>
          <p:cNvPr id="11" name="Text 8"/>
          <p:cNvSpPr/>
          <p:nvPr/>
        </p:nvSpPr>
        <p:spPr>
          <a:xfrm>
            <a:off x="5962412" y="3760470"/>
            <a:ext cx="200417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2. Clique na origem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962650" y="4695825"/>
            <a:ext cx="3002915" cy="2003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Posicione o primeiro ponto exatamente na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origem dos eixos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(0,0).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704840" y="3297555"/>
            <a:ext cx="3614420" cy="3783965"/>
          </a:xfrm>
          <a:prstGeom prst="roundRect">
            <a:avLst>
              <a:gd name="adj" fmla="val 5605"/>
            </a:avLst>
          </a:prstGeom>
          <a:noFill/>
          <a:ln w="30480">
            <a:solidFill>
              <a:srgbClr val="595B5E"/>
            </a:solidFill>
            <a:prstDash val="solid"/>
          </a:ln>
          <a:extLst>
            <a:ext uri="{909E8E84-426E-40DD-AFC4-6F175D3DCCD1}">
              <a14:hiddenFill xmlns:a14="http://schemas.microsoft.com/office/drawing/2010/main" xmlns="">
                <a:solidFill>
                  <a:srgbClr val="212326"/>
                </a:solidFill>
              </a14:hiddenFill>
            </a:ext>
          </a:extLst>
        </p:spPr>
      </p:sp>
      <p:sp>
        <p:nvSpPr>
          <p:cNvPr id="14" name="Shape 11"/>
          <p:cNvSpPr/>
          <p:nvPr/>
        </p:nvSpPr>
        <p:spPr>
          <a:xfrm>
            <a:off x="9773404" y="3503176"/>
            <a:ext cx="121920" cy="3264575"/>
          </a:xfrm>
          <a:prstGeom prst="roundRect">
            <a:avLst>
              <a:gd name="adj" fmla="val 27907"/>
            </a:avLst>
          </a:prstGeom>
          <a:solidFill>
            <a:srgbClr val="84482D"/>
          </a:solidFill>
        </p:spPr>
        <p:txBody>
          <a:bodyPr/>
          <a:lstStyle/>
          <a:p>
            <a:endParaRPr lang="pt-BR" altLang="en-US"/>
          </a:p>
        </p:txBody>
      </p:sp>
      <p:sp>
        <p:nvSpPr>
          <p:cNvPr id="15" name="Text 12"/>
          <p:cNvSpPr/>
          <p:nvPr/>
        </p:nvSpPr>
        <p:spPr>
          <a:xfrm>
            <a:off x="10153253" y="3760470"/>
            <a:ext cx="200417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3. Digite as dimensões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153015" y="4695825"/>
            <a:ext cx="3095625" cy="181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Informe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largura e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altura nas caixas flutuantes → pressione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86978"/>
            <a:ext cx="8332470" cy="642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Finalizando o Perfil e Extrudando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1601867"/>
            <a:ext cx="13191649" cy="52041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71518" y="3404197"/>
            <a:ext cx="2624224" cy="357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Fechar Rascunho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71518" y="3862792"/>
            <a:ext cx="2624224" cy="544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Clicar no </a:t>
            </a:r>
            <a:r>
              <a:rPr lang="pt-BR" alt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botão 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verde no topo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774055" y="3371215"/>
            <a:ext cx="3143885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Selecionar Projeção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34045" y="4186903"/>
            <a:ext cx="2624223" cy="816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lv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Escolher Projeção/Extrude na aba Início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334655" y="3404197"/>
            <a:ext cx="2624223" cy="3570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4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Selecionar Perfil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334655" y="3862792"/>
            <a:ext cx="2624223" cy="544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Clicar nas linhas do quadrado e confirmar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9455" y="6576695"/>
            <a:ext cx="13191490" cy="1123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4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Após fechar o rascunho, o comando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Projeção (Extrude)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transforma o perfil 2D em um sólido 3D. Certifique-se de marcar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Selecionar do Rascunho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barra de opções antes de clicar nas linhas do quadrado.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404245"/>
          </a:solidFill>
        </p:spPr>
      </p:sp>
      <p:sp>
        <p:nvSpPr>
          <p:cNvPr id="4" name="Text 1"/>
          <p:cNvSpPr/>
          <p:nvPr/>
        </p:nvSpPr>
        <p:spPr>
          <a:xfrm>
            <a:off x="793790" y="73116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Definindo o Volume: O Cubo de 60mm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88883"/>
            <a:ext cx="1134070" cy="16698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271569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Mova o mouse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2154674" y="3206115"/>
            <a:ext cx="619553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Após confirmar o perfil, mova o cursor para indicar a direção da extrusão.</a:t>
            </a:r>
            <a:endParaRPr lang="en-US" sz="2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158734"/>
            <a:ext cx="1134070" cy="16698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438554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Digite 60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2154674" y="4875967"/>
            <a:ext cx="619553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Informe o valor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 caixa de distância para criar um cubo perfeito.</a:t>
            </a:r>
            <a:endParaRPr lang="en-US" sz="2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828586"/>
            <a:ext cx="1134070" cy="16698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605540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Fixe e conclua</a:t>
            </a:r>
            <a:endParaRPr lang="en-US" sz="2400" dirty="0"/>
          </a:p>
        </p:txBody>
      </p:sp>
      <p:sp>
        <p:nvSpPr>
          <p:cNvPr id="13" name="Text 7"/>
          <p:cNvSpPr/>
          <p:nvPr/>
        </p:nvSpPr>
        <p:spPr>
          <a:xfrm>
            <a:off x="2154674" y="6545818"/>
            <a:ext cx="619553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Clique com o botão esquerdo para fixar o valor e pressione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Concluir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2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785" y="2148840"/>
            <a:ext cx="4862830" cy="4862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9195"/>
            <a:ext cx="912268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Módulo 4: Salvando seu Trabalho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5495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Extensão .par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50" y="3035935"/>
            <a:ext cx="912304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Peças individuais no Solid Edge são salvas com a extensão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.par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</a:t>
            </a:r>
            <a:r>
              <a:rPr lang="en-US" sz="2400" i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Solid Edge Part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). Este formato armazena: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3790" y="3965972"/>
            <a:ext cx="8284131" cy="1247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 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histórico de construção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 peça</a:t>
            </a:r>
            <a:endParaRPr lang="en-US" sz="2400" dirty="0"/>
          </a:p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dimensões e restrições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aplicadas</a:t>
            </a:r>
            <a:endParaRPr lang="en-US" sz="2400" dirty="0"/>
          </a:p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</a:t>
            </a:r>
            <a:r>
              <a:rPr lang="en-US" sz="2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ambiente de trabalho</a:t>
            </a:r>
            <a:r>
              <a:rPr lang="en-US" sz="2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utilizado (Ordenado)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93790" y="5468422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4B3F02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20132"/>
            <a:ext cx="28348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5751909"/>
            <a:ext cx="732020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Atenção:</a:t>
            </a: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Salve com frequência. O arquivo .par é a única cópia do seu trabalho até o momento.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04245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9" y="565785"/>
            <a:ext cx="5323523" cy="7098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56948" y="456009"/>
            <a:ext cx="4075748" cy="5093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Resumo do Dia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056948" y="1141095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</p:sp>
      <p:sp>
        <p:nvSpPr>
          <p:cNvPr id="6" name="Shape 3"/>
          <p:cNvSpPr/>
          <p:nvPr/>
        </p:nvSpPr>
        <p:spPr>
          <a:xfrm>
            <a:off x="6219944" y="1304092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54366" y="1438513"/>
            <a:ext cx="220028" cy="2200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9944" y="1910239"/>
            <a:ext cx="2037874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Configuração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219944" y="2235279"/>
            <a:ext cx="7676912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Template ISO métrico + Modo Ordenado ativado via Pathfinder.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056948" y="2739509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</p:sp>
      <p:sp>
        <p:nvSpPr>
          <p:cNvPr id="11" name="Shape 7"/>
          <p:cNvSpPr/>
          <p:nvPr/>
        </p:nvSpPr>
        <p:spPr>
          <a:xfrm>
            <a:off x="6219944" y="2902506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54366" y="3036927"/>
            <a:ext cx="220028" cy="2200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9944" y="3508653"/>
            <a:ext cx="2037874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Rascunho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219944" y="3833693"/>
            <a:ext cx="7676912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Sketch no Plano Frontal com retângulo 60×60mm na origem.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056948" y="4337923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</p:sp>
      <p:sp>
        <p:nvSpPr>
          <p:cNvPr id="16" name="Shape 11"/>
          <p:cNvSpPr/>
          <p:nvPr/>
        </p:nvSpPr>
        <p:spPr>
          <a:xfrm>
            <a:off x="6219944" y="4500920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354366" y="4635341"/>
            <a:ext cx="220028" cy="2200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9944" y="5107067"/>
            <a:ext cx="2037874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Extrusão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219944" y="5432107"/>
            <a:ext cx="7676912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Comando Projeção c</a:t>
            </a:r>
            <a:r>
              <a:rPr lang="pt-BR" alt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</a:t>
            </a: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profundidade de 60mm gerando o cubo.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6056948" y="5936337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404245"/>
          </a:solidFill>
        </p:spPr>
      </p:sp>
      <p:sp>
        <p:nvSpPr>
          <p:cNvPr id="21" name="Shape 15"/>
          <p:cNvSpPr/>
          <p:nvPr/>
        </p:nvSpPr>
        <p:spPr>
          <a:xfrm>
            <a:off x="6219944" y="6099334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84482D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54366" y="6233755"/>
            <a:ext cx="220028" cy="2200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9944" y="6705481"/>
            <a:ext cx="2037874" cy="2547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Arquivo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219944" y="7030522"/>
            <a:ext cx="7676912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Salvo em formato </a:t>
            </a: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.par</a:t>
            </a:r>
            <a:r>
              <a:rPr lang="en-US" sz="2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 histórico completo da construção.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6056948" y="7549396"/>
            <a:ext cx="8002905" cy="224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próxima aula: </a:t>
            </a: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vistas auxiliares, cotas e modificações no modelo.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713624" y="501445"/>
            <a:ext cx="3139001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3200" dirty="0" smtClean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ATIVIDADE  1</a:t>
            </a:r>
            <a:endParaRPr lang="en-US" sz="3200" dirty="0"/>
          </a:p>
        </p:txBody>
      </p:sp>
      <p:pic>
        <p:nvPicPr>
          <p:cNvPr id="3" name="Imagem 2" descr="Desenho1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88" y="1474839"/>
            <a:ext cx="12156041" cy="56043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713624" y="501445"/>
            <a:ext cx="3139001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3200" dirty="0" smtClean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ATIVIDADE  2</a:t>
            </a:r>
            <a:endParaRPr lang="en-US" sz="3200" dirty="0"/>
          </a:p>
        </p:txBody>
      </p:sp>
      <p:pic>
        <p:nvPicPr>
          <p:cNvPr id="4" name="Imagem 3" descr="Desenho2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8" y="1830674"/>
            <a:ext cx="12748776" cy="51158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713624" y="501445"/>
            <a:ext cx="3139001" cy="7540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5550"/>
              </a:lnSpc>
            </a:pPr>
            <a:r>
              <a:rPr lang="en-US" sz="3200" dirty="0" smtClean="0">
                <a:solidFill>
                  <a:srgbClr val="F2D4BA"/>
                </a:solidFill>
                <a:latin typeface="Prata" panose="00000500000000000000" pitchFamily="34" charset="0"/>
                <a:ea typeface="Prata" panose="00000500000000000000" pitchFamily="34" charset="-122"/>
                <a:cs typeface="Prata" panose="00000500000000000000" pitchFamily="34" charset="-120"/>
              </a:rPr>
              <a:t>ATIVIDADE  3</a:t>
            </a:r>
            <a:endParaRPr lang="en-US" sz="3200" dirty="0"/>
          </a:p>
        </p:txBody>
      </p:sp>
      <p:pic>
        <p:nvPicPr>
          <p:cNvPr id="5" name="Imagem 4" descr="Desenho3 sab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04" y="1830674"/>
            <a:ext cx="13263326" cy="5322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665</Words>
  <Application>WPS Presentation</Application>
  <PresentationFormat>Personalizar</PresentationFormat>
  <Paragraphs>91</Paragraphs>
  <Slides>13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Prata</vt:lpstr>
      <vt:lpstr>Calibri</vt:lpstr>
      <vt:lpstr>Manrope</vt:lpstr>
      <vt:lpstr>Prata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pc</cp:lastModifiedBy>
  <cp:revision>4</cp:revision>
  <dcterms:created xsi:type="dcterms:W3CDTF">2026-05-02T19:34:00Z</dcterms:created>
  <dcterms:modified xsi:type="dcterms:W3CDTF">2026-05-15T00:27:54Z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54AA5DAB943C4A4989FE41F27E923F05_12</vt:lpwstr>
  </property>
  <property fmtid="{D5CDD505-2E9C-101B-9397-08002B2CF9AE}" pid="3" name="KSOProductBuildVer">
    <vt:lpwstr>1046-12.1.0.25862</vt:lpwstr>
  </property>
</Properties>
</file>